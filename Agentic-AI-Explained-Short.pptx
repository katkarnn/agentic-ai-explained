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754880" cy="475488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6492240"/>
            <a:ext cx="4206240" cy="420624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1325880" cy="132588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8" y="1135228"/>
            <a:ext cx="609905" cy="6099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AI  ·  EXPLAINED LIKE YOU'RE NEW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Agentic AI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Works</a:t>
            </a:r>
            <a:endParaRPr lang="en-US" sz="5000" dirty="0"/>
          </a:p>
        </p:txBody>
      </p:sp>
      <p:sp>
        <p:nvSpPr>
          <p:cNvPr id="8" name="Shape 5"/>
          <p:cNvSpPr/>
          <p:nvPr/>
        </p:nvSpPr>
        <p:spPr>
          <a:xfrm>
            <a:off x="548640" y="4800600"/>
            <a:ext cx="6126480" cy="1783080"/>
          </a:xfrm>
          <a:prstGeom prst="roundRect">
            <a:avLst>
              <a:gd name="adj" fmla="val 4615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8096" y="49423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49423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Shape 8"/>
          <p:cNvSpPr/>
          <p:nvPr/>
        </p:nvSpPr>
        <p:spPr>
          <a:xfrm>
            <a:off x="1243584" y="49423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12" name="Text 9"/>
          <p:cNvSpPr/>
          <p:nvPr/>
        </p:nvSpPr>
        <p:spPr>
          <a:xfrm>
            <a:off x="1691640" y="48006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intro.sh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221224"/>
            <a:ext cx="612648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5340096"/>
            <a:ext cx="557784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ask-ai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"teach me agentic AI, from zero"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no buzzwords. real examples. one step at a time.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if you can read code, you can get this.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8001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 </a:t>
            </a:r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10,000-FOOT 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idea in one picture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is just zooming into the middle box.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
</a:t>
            </a:r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or trigger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301752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082A30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3794760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79476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4453128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445312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5111496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511149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5760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D8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loops until 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977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
</a:t>
            </a:r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6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actions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23160" y="4572000"/>
            <a:ext cx="411480" cy="0"/>
          </a:xfrm>
          <a:prstGeom prst="line">
            <a:avLst/>
          </a:prstGeom>
          <a:noFill/>
          <a:ln w="38100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4572000"/>
            <a:ext cx="411480" cy="0"/>
          </a:xfrm>
          <a:prstGeom prst="line">
            <a:avLst/>
          </a:prstGeom>
          <a:noFill/>
          <a:ln w="38100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80360" y="68122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80360" y="6812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68122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6812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6812280"/>
            <a:ext cx="1600200" cy="6858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6812280"/>
            <a:ext cx="1600200" cy="6858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5888" y="6766560"/>
            <a:ext cx="347472" cy="-594360"/>
          </a:xfrm>
          <a:prstGeom prst="line">
            <a:avLst/>
          </a:prstGeom>
          <a:noFill/>
          <a:ln w="28575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68112" y="6766560"/>
            <a:ext cx="-347472" cy="-594360"/>
          </a:xfrm>
          <a:prstGeom prst="line">
            <a:avLst/>
          </a:prstGeom>
          <a:noFill/>
          <a:ln w="28575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" y="800100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 goes in. The agent thinks, uses tools, checks the result, repeats — then the answer comes out.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BRAIN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LLM, really?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friend who has read the entire internet — but can only talk. That's a Large Language Model.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1371600"/>
          </a:xfrm>
          <a:prstGeom prst="roundRect">
            <a:avLst>
              <a:gd name="adj" fmla="val 8000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63240"/>
            <a:ext cx="731520" cy="73152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326075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ONE thing: </a:t>
            </a:r>
            <a:pPr indent="0" marL="0">
              <a:buNone/>
            </a:pPr>
            <a:r>
              <a:rPr lang="en-US" sz="18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next word</a:t>
            </a:r>
            <a:pPr indent="0" marL="0">
              <a:buNone/>
            </a:pPr>
            <a:r>
              <a:rPr lang="en-US" sz="18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over and over, really well.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trick. No magic. It's a very, very good autocomplete.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8046720" cy="2834640"/>
          </a:xfrm>
          <a:prstGeom prst="roundRect">
            <a:avLst>
              <a:gd name="adj" fmla="val 2903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" y="457657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" y="457657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43584" y="457657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14" name="Text 11"/>
          <p:cNvSpPr/>
          <p:nvPr/>
        </p:nvSpPr>
        <p:spPr>
          <a:xfrm>
            <a:off x="1691640" y="44348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llm.txt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85546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4974336"/>
            <a:ext cx="749808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capital of Japan is"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asks itself, again and again: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what word most likely comes next?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"Tokyo"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(then ".", then stop)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"Tokyo."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745236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word, add it, predict the next. Do that fast enough and it looks like thinking.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its own, the brain is stuck in a room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Brilliant, but locked in a box: no phone, no internet, no notepad. By itself an LLM can only do this: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22092"/>
            <a:ext cx="768096" cy="768096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066" y="3229478"/>
            <a:ext cx="353324" cy="353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91693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DO anything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3355848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produces text. It can't send an email, query a database, or open a webpage.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640580"/>
            <a:ext cx="768096" cy="768096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66" y="4847966"/>
            <a:ext cx="353324" cy="3533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453542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instantly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920240" y="4974336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chat ends, it remembers nothing. Every conversation starts from a blank slate.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5934456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6259068"/>
            <a:ext cx="768096" cy="768096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6466454"/>
            <a:ext cx="353324" cy="3533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615391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confidently wrong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920240" y="6592824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likely words — not verified facts. It will state a wrong answer with a straight face.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786384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how do we turn this talking brain into something that gets real work done?  →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brain hands: tools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just a function the model is allowed to call. The model asks; your code runs it and hands back the result.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3977640"/>
          </a:xfrm>
          <a:prstGeom prst="roundRect">
            <a:avLst>
              <a:gd name="adj" fmla="val 2069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849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849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8849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432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tool-call.json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82696"/>
            <a:ext cx="749808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"What’s the weather in Pune?"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LLM can't check weather — so it asks for a tool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→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"tool":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"get_weather"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"args":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"city": "Pune" }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code runs it, returns real data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 →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"tempC": 31, "sky": "clear" }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→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"It’s 31°C and clear in Pune."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99516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brain that can call tools and react to the results = an AGENT. That's the whole leap.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the jargon — it's one loop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“agentic” system has the same shape: a goal goes in, the model decides → acts → looks, again and again, until done.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3419856"/>
            <a:ext cx="786384" cy="786384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492" y="3632180"/>
            <a:ext cx="361737" cy="3617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 or trigger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32004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78808" y="3419856"/>
            <a:ext cx="786384" cy="786384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32" y="3632180"/>
            <a:ext cx="361737" cy="3617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38328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· act · observe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32004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13448" y="3419856"/>
            <a:ext cx="786384" cy="786384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772" y="3632180"/>
            <a:ext cx="361737" cy="3617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21792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6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actions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3822192"/>
            <a:ext cx="384048" cy="384048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3822192"/>
            <a:ext cx="384048" cy="38404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48640" y="5257800"/>
            <a:ext cx="8046720" cy="2057400"/>
          </a:xfrm>
          <a:prstGeom prst="roundRect">
            <a:avLst>
              <a:gd name="adj" fmla="val 4000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68096" y="53995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4" name="Shape 17"/>
          <p:cNvSpPr/>
          <p:nvPr/>
        </p:nvSpPr>
        <p:spPr>
          <a:xfrm>
            <a:off x="1005840" y="53995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5" name="Shape 18"/>
          <p:cNvSpPr/>
          <p:nvPr/>
        </p:nvSpPr>
        <p:spPr>
          <a:xfrm>
            <a:off x="1243584" y="53995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26" name="Text 19"/>
          <p:cNvSpPr/>
          <p:nvPr/>
        </p:nvSpPr>
        <p:spPr>
          <a:xfrm>
            <a:off x="1691640" y="52578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loop.py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56784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41248" y="5797296"/>
            <a:ext cx="749808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  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model.reason(state)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think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run_tool(step)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act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+ result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observe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749808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it never answers in one shot. It takes a step, reads what came back, then picks the next move.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INTO THE 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→ Act → Observe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ReAct. One turn at a time — here's what each word means.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7498080" cy="1417320"/>
          </a:xfrm>
          <a:prstGeom prst="roundRect">
            <a:avLst>
              <a:gd name="adj" fmla="val 7742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894076"/>
            <a:ext cx="841248" cy="841248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137" y="3121213"/>
            <a:ext cx="386974" cy="386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84378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77440" y="3282696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thinks out loud: “what should I do next to get closer to the goal?”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40050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4279392"/>
            <a:ext cx="7498080" cy="1417320"/>
          </a:xfrm>
          <a:prstGeom prst="roundRect">
            <a:avLst>
              <a:gd name="adj" fmla="val 7742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4567428"/>
            <a:ext cx="841248" cy="841248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37" y="4794565"/>
            <a:ext cx="386974" cy="3869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77440" y="451713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377440" y="4956048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one tool and calls it — search, query a DB, run code, send a request.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417320" y="56784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22960" y="5952744"/>
            <a:ext cx="7498080" cy="1417320"/>
          </a:xfrm>
          <a:prstGeom prst="roundRect">
            <a:avLst>
              <a:gd name="adj" fmla="val 7742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43000" y="6240780"/>
            <a:ext cx="841248" cy="841248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137" y="6467917"/>
            <a:ext cx="386974" cy="3869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77440" y="619048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377440" y="6629400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result of that action — then feeds it back in and loops.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7818120"/>
            <a:ext cx="566928" cy="566928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7971191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781812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goal is met — each observation shapes the next decision.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RUN — A REAL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“Book a table for 2, Friday 7pm”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loop turn by turn. Notice it stops to ask you before doing something it can't undo.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4983480"/>
          </a:xfrm>
          <a:prstGeom prst="roundRect">
            <a:avLst>
              <a:gd name="adj" fmla="val 1651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6563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6563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6563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5146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agent.log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54096"/>
            <a:ext cx="7498080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a table for 2, Friday 7pm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1 ────────────────────────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a place; recall: home=downtown, hates loud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maps_search("dinner, downtown")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options found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2 ────────────────────────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the quiet, top-rated one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check_availability(Fri 19:00)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7:00 full · 7:30 open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3 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ask the human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changed + booking is irreversible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ask_user("7:30 ok?")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"yes"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4 ────────────────────────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book_table(Fri 19:30)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#A12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✓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to calendar · loop exits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ANATOMY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really in the box: 6 layers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5084"/>
            <a:ext cx="621792" cy="621792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24" y="1982968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8308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 &amp; guardrails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27632" y="213055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validation, PII scrub, prompt-injection checks — before anything runs.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66644"/>
            <a:ext cx="621792" cy="621792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124" y="3034528"/>
            <a:ext cx="286024" cy="286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283464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Agentic core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27632" y="318211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+ the reason–act–observe loop. The decision-maker.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18204"/>
            <a:ext cx="621792" cy="621792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24" y="4086088"/>
            <a:ext cx="286024" cy="286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88620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Tools / actions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27632" y="423367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DB queries, code, search — how the agent touches the real world.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969764"/>
            <a:ext cx="621792" cy="621792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4" y="5137648"/>
            <a:ext cx="286024" cy="286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7632" y="493776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Memory &amp; state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27632" y="528523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window, a vector store (RAG), and checkpoints to pause/resume.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85216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6021324"/>
            <a:ext cx="621792" cy="621792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24" y="6189208"/>
            <a:ext cx="286024" cy="286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598932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Output gates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27632" y="633679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(is it correct?) + guardrails (is it safe?) + optional human OK.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690372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7240" y="7072884"/>
            <a:ext cx="621792" cy="621792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124" y="7240768"/>
            <a:ext cx="286024" cy="2860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27632" y="704088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Observability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1627632" y="738835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logging, evals, cost/token tracking, retries — wraps everything.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815644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few slides zoom into the parts people get confused about.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· MEMORY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“memory”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lump these together and get confused. They're three different things.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24328" cy="5029200"/>
          </a:xfrm>
          <a:prstGeom prst="roundRect">
            <a:avLst>
              <a:gd name="adj" fmla="val 418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3604" y="2743200"/>
            <a:ext cx="914400" cy="91440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9900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840480"/>
            <a:ext cx="2624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25196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sticky note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754880"/>
            <a:ext cx="2258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we just say?”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5532120"/>
            <a:ext cx="22219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window. This run only — gone when it ends.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64408" y="2331720"/>
            <a:ext cx="2624328" cy="5029200"/>
          </a:xfrm>
          <a:prstGeom prst="roundRect">
            <a:avLst>
              <a:gd name="adj" fmla="val 418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9372" y="2743200"/>
            <a:ext cx="914400" cy="91440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99008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64408" y="3840480"/>
            <a:ext cx="2624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264408" y="425196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filing cabinet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447288" y="4754880"/>
            <a:ext cx="2258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know?”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65576" y="5532120"/>
            <a:ext cx="22219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store (RAG). Facts that survive across runs.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980176" y="2331720"/>
            <a:ext cx="2624328" cy="5029200"/>
          </a:xfrm>
          <a:prstGeom prst="roundRect">
            <a:avLst>
              <a:gd name="adj" fmla="val 418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35140" y="2743200"/>
            <a:ext cx="914400" cy="91440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299008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80176" y="3840480"/>
            <a:ext cx="2624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state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980176" y="425196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bookmark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163056" y="4754880"/>
            <a:ext cx="2258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was I?”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81344" y="5532120"/>
            <a:ext cx="22219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Checkpoints. Lets a long job pause and resume later.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768096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note = now.  Filing cabinet = forever.  Bookmark = where you paused.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GATES, NOT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it good?” vs “Is it safe?”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can pass one and fail the other. Keep them separate — they answer different questions.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291840"/>
            <a:ext cx="777240" cy="77724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350169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06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46817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correct / good enough?”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521208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the quality of the answer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trigger a retry / redo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model grading itself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evaluator-optimizer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09160" y="292608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3291840"/>
            <a:ext cx="777240" cy="77724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055" y="350169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206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029200" y="46817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safe, allowed, well-formed?”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0" y="521208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rules + policy + safety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leaks (e.g. an SSN)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rule, not an opinion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BOTH input and output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740664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= a picky teacher grading the work.  Guardrails = a security guard at the door.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THAT ENDS THE CONFUSION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vs Agent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886200" cy="4572000"/>
          </a:xfrm>
          <a:prstGeom prst="roundRect">
            <a:avLst>
              <a:gd name="adj" fmla="val 2824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749808" cy="749808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128" y="2717048"/>
            <a:ext cx="344912" cy="34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fix the path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decided ahead of time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fills in the blanks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cheap, easy to debug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“AI products” live here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09160" y="2194560"/>
            <a:ext cx="3886200" cy="4572000"/>
          </a:xfrm>
          <a:prstGeom prst="roundRect">
            <a:avLst>
              <a:gd name="adj" fmla="val 2824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514600"/>
            <a:ext cx="749808" cy="749808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48" y="2717048"/>
            <a:ext cx="344912" cy="344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3383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02920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picks the path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29200" y="443484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its own steps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+ self-corrects at runtime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harder to control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it can't be scripted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70408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that settles every case:</a:t>
            </a:r>
            <a:endParaRPr lang="en-US" sz="16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decided the steps — you (ahead of time) or the model (at runtime)?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patterns you'll see everywhere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“agentic” product is one of these five — or a mix of them.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848356"/>
            <a:ext cx="585216" cy="58521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3006364"/>
            <a:ext cx="269199" cy="2691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807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72768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step 1 feeds step 2, in a fixed order.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60920" y="291236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29123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60920" y="2912364"/>
            <a:ext cx="1005840" cy="4572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70332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854196"/>
            <a:ext cx="585216" cy="58521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8" y="4012204"/>
            <a:ext cx="269199" cy="26919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72768" y="3813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572768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input, send it down one of several fixed paths.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60920" y="391820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60920" y="39182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360920" y="3918204"/>
            <a:ext cx="1005840" cy="4572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470916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77240" y="4860036"/>
            <a:ext cx="585216" cy="58521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5018044"/>
            <a:ext cx="269199" cy="26919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72768" y="4818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572768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calls at once, then combine the results.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360920" y="492404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60920" y="49240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7360920" y="4924044"/>
            <a:ext cx="1005840" cy="4572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" y="571500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" y="5865876"/>
            <a:ext cx="585216" cy="585216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" y="6023884"/>
            <a:ext cx="269199" cy="26919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72768" y="5824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Orchestrator–workers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1572768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splits a task into subtasks chosen at runtime.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360920" y="592988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7360920" y="59298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48640" y="672084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77240" y="6871716"/>
            <a:ext cx="585216" cy="585216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8" y="7029724"/>
            <a:ext cx="269199" cy="269199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572768" y="6830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Evaluator–optimizer</a:t>
            </a:r>
            <a:endParaRPr lang="en-US" sz="1550" dirty="0"/>
          </a:p>
        </p:txBody>
      </p:sp>
      <p:sp>
        <p:nvSpPr>
          <p:cNvPr id="40" name="Text 33"/>
          <p:cNvSpPr/>
          <p:nvPr/>
        </p:nvSpPr>
        <p:spPr>
          <a:xfrm>
            <a:off x="1572768" y="7178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grade → retry until it's good enough.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7360920" y="693572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7360920" y="69357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548640" y="777240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three are workflows. Only the last two hand real decisions to the model.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MULTI-AGENT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the boss? Orchestrator vs Worker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agent isn't enough, you split the roles: a coordinator and the doers it manages.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383280"/>
            <a:ext cx="777240" cy="77724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359313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97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525780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goal, makes a plan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it into subtasks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to a worker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+ assembles the result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09160" y="3017520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3383280"/>
            <a:ext cx="777240" cy="77724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055" y="359313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297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02920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doer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0" y="525780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one assigned subtask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to finish it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result up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Revises if asked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736092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team lead and their team: one plans and reviews, the others execute.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first. Agent only if you must.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simplest thing that works. Add freedom only when the task truly needs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280160" y="2743200"/>
            <a:ext cx="6583680" cy="1371600"/>
          </a:xfrm>
          <a:prstGeom prst="roundRect">
            <a:avLst>
              <a:gd name="adj" fmla="val 6667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29443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the steps in advance?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34564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use a WORKFLOW. Done.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412394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if no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4389120"/>
            <a:ext cx="6583680" cy="1371600"/>
          </a:xfrm>
          <a:prstGeom prst="roundRect">
            <a:avLst>
              <a:gd name="adj" fmla="val 6667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45902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steps the same every time?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510235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chaining or routing.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80160" y="576986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if 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6035040"/>
            <a:ext cx="6583680" cy="1371600"/>
          </a:xfrm>
          <a:prstGeom prst="roundRect">
            <a:avLst>
              <a:gd name="adj" fmla="val 6667"/>
            </a:avLst>
          </a:prstGeom>
          <a:solidFill>
            <a:srgbClr val="082A30"/>
          </a:solidFill>
          <a:ln w="12700">
            <a:solidFill>
              <a:srgbClr val="082A30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623620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steps depend on what's found at runtime?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674827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NOW reach for an AGENT.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763524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powerful but pricier and harder to predict. Don't reach for one out of habit.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loop costs tokens — and money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the chunks of text the model reads and writes. You pay per token. Loops repeat → cost adds up fast.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2331720"/>
          </a:xfrm>
          <a:prstGeom prst="roundRect">
            <a:avLst>
              <a:gd name="adj" fmla="val 3529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849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849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8849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432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cost.txt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82696"/>
            <a:ext cx="749808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"agentic"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≈ 1 token      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"un-be-liev-able"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≈ 4 tokens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loop  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few hundred tokens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loops=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thousands of tokens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watch the bill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458968"/>
            <a:ext cx="493776" cy="49377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60" y="5592288"/>
            <a:ext cx="227137" cy="22713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5349240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loops  </a:t>
            </a:r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 a max number of turns so it can't run forever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6181344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6291072"/>
            <a:ext cx="493776" cy="49377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60" y="6424392"/>
            <a:ext cx="227137" cy="22713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63040" y="6181344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the context  </a:t>
            </a:r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don't resend the whole history every single call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48640" y="7013448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7123176"/>
            <a:ext cx="493776" cy="49377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60" y="7256496"/>
            <a:ext cx="227137" cy="2271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7013448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model  </a:t>
            </a:r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 a small model for easy steps, big for hard ones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OTHERS' BRUISES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traps beginners fall into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57984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04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agent when a workflow would 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50545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cost, more bugs, no benefit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355848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5021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300984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 limit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45920" y="37033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spins forever, burning tokens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315968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553712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000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988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output blindly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90118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evaluator, no guardrails = surprises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513832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751576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8978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69671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it too many tools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45920" y="60990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gets confused and picks the wrong one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6711696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6949440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709574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6894576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45920" y="729691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it breaks, you can't see why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795528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comes down to the same fix: start simple, watch it, add limits.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first agent: a checklist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small steps. Do them in order and you'll have a working, safe little agent.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4709160"/>
          </a:xfrm>
          <a:prstGeom prst="roundRect">
            <a:avLst>
              <a:gd name="adj" fmla="val 1748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74777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74777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74777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6060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first-agent.md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45536"/>
            <a:ext cx="7498080" cy="4050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ONE clear goal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“summarize my unread emails”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it 1–3 tools (not 20)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list_emails(), read_email()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the reason–act–observe loop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 max-turns cap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guardrail + a human OK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anything risky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every step (tracing)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Run, read the trace, improve — repeat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CHEAT-SHEET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term, in one 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this one. It's the whole deck, compressed.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7889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0815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brain that predicts the next word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6974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27889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28032" y="30815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text; you pay per token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5760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395020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the model can 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56616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65760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28032" y="395020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that loops with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52628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" y="481888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observe, repeat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43484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452628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28032" y="481888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short-term memory of one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39496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" y="568756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real docs, then answer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530352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539496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28032" y="568756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rule on in/out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626364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3232" y="655624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answer is good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617220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626364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828032" y="655624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you fixed in advance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70408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71323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" y="74249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splits + assigns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70408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71323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28032" y="74249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tokens, cost, evals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6400800"/>
            <a:ext cx="4572000" cy="457200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1234440" cy="123444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1247699"/>
            <a:ext cx="567842" cy="567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MADE 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explain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AI.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agents are more capable but less predictable. So reach for the simplest thing that works — a workflow first, an agent only when the task genuinely can't be pre-scripted.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6355080"/>
            <a:ext cx="8046720" cy="0"/>
          </a:xfrm>
          <a:prstGeom prst="line">
            <a:avLst/>
          </a:prstGeom>
          <a:noFill/>
          <a:ln w="19050">
            <a:solidFill>
              <a:srgbClr val="1151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6294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this useful?
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developer learning AI engineering in public. Follow + repost so the next person can find it — and tell me what to break down next.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Agentic AI Actually Works</dc:title>
  <dc:subject>PptxGenJS Presentation</dc:subject>
  <dc:creator>Nikhil K</dc:creator>
  <cp:lastModifiedBy>Nikhil K</cp:lastModifiedBy>
  <cp:revision>1</cp:revision>
  <dcterms:created xsi:type="dcterms:W3CDTF">2026-06-18T22:41:31Z</dcterms:created>
  <dcterms:modified xsi:type="dcterms:W3CDTF">2026-06-18T22:41:31Z</dcterms:modified>
</cp:coreProperties>
</file>